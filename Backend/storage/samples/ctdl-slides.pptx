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CTDL slides - Course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FILE - not real course material (StudyHub dev sample)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CTDL slides - Arrays and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FILE - not real course material (StudyHub dev sample)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CTDL slides -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FILE - not real course material (StudyHub dev sample)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